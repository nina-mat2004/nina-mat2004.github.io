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k-SK"/>
            </a:p>
          </p:txBody>
        </p:sp>
      </p:grpSp>
    </p:spTree>
    <p:extLst>
      <p:ext uri="{BB962C8B-B14F-4D97-AF65-F5344CB8AC3E}">
        <p14:creationId xmlns:p14="http://schemas.microsoft.com/office/powerpoint/2010/main" val="2114597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4049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02857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476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916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7494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5329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490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962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767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0899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CC2D7C5-E48A-46C2-8D77-2F3747DD4EA3}" type="datetimeFigureOut">
              <a:rPr lang="sk-SK" smtClean="0"/>
              <a:t>23. 3. 2026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F43E8B2-47CC-40B0-BF22-4106C13F10A9}" type="slidenum">
              <a:rPr lang="sk-SK" smtClean="0"/>
              <a:t>‹#›</a:t>
            </a:fld>
            <a:endParaRPr lang="sk-SK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6918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2174DD-CB63-6DC6-62B1-960DB875D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2379887"/>
            <a:ext cx="8361229" cy="2098226"/>
          </a:xfrm>
        </p:spPr>
        <p:txBody>
          <a:bodyPr/>
          <a:lstStyle/>
          <a:p>
            <a:r>
              <a:rPr lang="sk-SK" sz="6000" dirty="0"/>
              <a:t>Počítačová dobrodružná hra o prežitie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285703F-32B3-4225-E06A-87688055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5" y="4595376"/>
            <a:ext cx="6831673" cy="1086237"/>
          </a:xfrm>
        </p:spPr>
        <p:txBody>
          <a:bodyPr/>
          <a:lstStyle/>
          <a:p>
            <a:r>
              <a:rPr lang="en-US" dirty="0"/>
              <a:t>Nina Leoni Matu</a:t>
            </a:r>
            <a:r>
              <a:rPr lang="sk-SK" dirty="0" err="1"/>
              <a:t>šková</a:t>
            </a:r>
            <a:endParaRPr lang="sk-SK" dirty="0"/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id="{C3DAADBB-4EDA-4554-A578-C5EE825C9B3B}"/>
              </a:ext>
            </a:extLst>
          </p:cNvPr>
          <p:cNvSpPr txBox="1">
            <a:spLocks/>
          </p:cNvSpPr>
          <p:nvPr/>
        </p:nvSpPr>
        <p:spPr>
          <a:xfrm>
            <a:off x="304800" y="5681613"/>
            <a:ext cx="5209965" cy="884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Školiteľ: Ing. Alexander Šimko, PhD.</a:t>
            </a:r>
          </a:p>
        </p:txBody>
      </p:sp>
    </p:spTree>
    <p:extLst>
      <p:ext uri="{BB962C8B-B14F-4D97-AF65-F5344CB8AC3E}">
        <p14:creationId xmlns:p14="http://schemas.microsoft.com/office/powerpoint/2010/main" val="183248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B768F6-EFF2-73C8-660E-BFFE3590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710"/>
          </a:xfrm>
        </p:spPr>
        <p:txBody>
          <a:bodyPr>
            <a:normAutofit/>
          </a:bodyPr>
          <a:lstStyle/>
          <a:p>
            <a:r>
              <a:rPr lang="sk-SK" dirty="0"/>
              <a:t>Cieľ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2DEC152-9BE0-F2CD-7B6F-5EF3D7B2A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63329"/>
            <a:ext cx="9601200" cy="4431890"/>
          </a:xfrm>
        </p:spPr>
        <p:txBody>
          <a:bodyPr>
            <a:normAutofit/>
          </a:bodyPr>
          <a:lstStyle/>
          <a:p>
            <a:r>
              <a:rPr lang="sk-SK" sz="2400" dirty="0"/>
              <a:t>Analýza existujúcich hier o prežitie a na základe tejto analýzy navrhnúť a implementovať vlastnú počítačovú hru v hernom </a:t>
            </a:r>
            <a:r>
              <a:rPr lang="sk-SK" sz="2400" dirty="0" err="1"/>
              <a:t>engine</a:t>
            </a:r>
            <a:r>
              <a:rPr lang="sk-SK" sz="2400" dirty="0"/>
              <a:t>.</a:t>
            </a:r>
          </a:p>
          <a:p>
            <a:r>
              <a:rPr lang="sk-SK" sz="2400" dirty="0"/>
              <a:t>Súčasťou riešenia je implementácia kľúčových mechaník, ako sú inventár, výroba predmetov, stavanie objektov, atribúty hráča a AI zvieratá, ktoré umožňujú interakciu hráča s prostredí</a:t>
            </a:r>
            <a:r>
              <a:rPr lang="en-US" sz="2400" dirty="0"/>
              <a:t>m</a:t>
            </a:r>
            <a:r>
              <a:rPr lang="sk-SK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641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5077BE-62F9-EF00-80D6-7A037CF5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0045"/>
          </a:xfrm>
        </p:spPr>
        <p:txBody>
          <a:bodyPr/>
          <a:lstStyle/>
          <a:p>
            <a:r>
              <a:rPr lang="sk-SK" dirty="0"/>
              <a:t>Prehľad riešenia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C65A55-5CE8-25A2-9CE2-8DD1D80A5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15845"/>
            <a:ext cx="9601200" cy="4451555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ide o</a:t>
            </a:r>
            <a:r>
              <a:rPr lang="sk-SK" sz="2400" dirty="0"/>
              <a:t> </a:t>
            </a:r>
            <a:r>
              <a:rPr lang="pt-BR" sz="2400" dirty="0"/>
              <a:t>počítačovú hru zasadenú na opustenom ostrove</a:t>
            </a:r>
            <a:endParaRPr lang="sk-SK" sz="2400" dirty="0"/>
          </a:p>
          <a:p>
            <a:r>
              <a:rPr lang="sk-SK" sz="2400" dirty="0"/>
              <a:t>hráč stroskotá a jeho cieľom je prežiť a nájsť cestu ako si privolať pomoc</a:t>
            </a:r>
            <a:r>
              <a:rPr lang="en-US" sz="2400" dirty="0"/>
              <a:t> / </a:t>
            </a:r>
            <a:r>
              <a:rPr lang="sk-SK" sz="2400" dirty="0"/>
              <a:t>dostať sa z ostrova preč</a:t>
            </a:r>
          </a:p>
          <a:p>
            <a:r>
              <a:rPr lang="pl-PL" sz="2400" dirty="0"/>
              <a:t>hráč zbiera suroviny, vytvára predmety a buduje objekty</a:t>
            </a:r>
          </a:p>
          <a:p>
            <a:r>
              <a:rPr lang="sk-SK" sz="2400" dirty="0"/>
              <a:t>hra obsahuje základné mechaniky: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inventár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výroba predmetov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stavanie objektov a interakcia s nimi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atribúty hráča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AI zvieratá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9161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8A4775-1452-ED1B-8B45-F1E17B9B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Návrh riešenia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992C105-69E4-A683-ABCB-892B46081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5174"/>
            <a:ext cx="9601200" cy="4412226"/>
          </a:xfrm>
        </p:spPr>
        <p:txBody>
          <a:bodyPr>
            <a:normAutofit lnSpcReduction="10000"/>
          </a:bodyPr>
          <a:lstStyle/>
          <a:p>
            <a:r>
              <a:rPr lang="sk-SK" sz="2400" dirty="0"/>
              <a:t>trieda </a:t>
            </a:r>
            <a:r>
              <a:rPr lang="sk-SK" sz="2400" dirty="0" err="1"/>
              <a:t>PlayerCharacter</a:t>
            </a:r>
            <a:r>
              <a:rPr lang="sk-SK" sz="2400" dirty="0"/>
              <a:t> zabezpečuje logiku hráča, jeho atribúty, prácu s nástrojmi a interakciu</a:t>
            </a:r>
          </a:p>
          <a:p>
            <a:r>
              <a:rPr lang="sk-SK" sz="2400" dirty="0"/>
              <a:t>pohyb a vstupy hráča sú riešené pomocou triedy </a:t>
            </a:r>
            <a:r>
              <a:rPr lang="sk-SK" sz="2400" dirty="0" err="1"/>
              <a:t>PlayerController</a:t>
            </a:r>
            <a:endParaRPr lang="sk-SK" sz="2400" dirty="0"/>
          </a:p>
          <a:p>
            <a:r>
              <a:rPr lang="sk-SK" sz="2400" dirty="0"/>
              <a:t>funkcionalita inventára a </a:t>
            </a:r>
            <a:r>
              <a:rPr lang="sk-SK" sz="2400" dirty="0" err="1"/>
              <a:t>craftingu</a:t>
            </a:r>
            <a:r>
              <a:rPr lang="sk-SK" sz="2400" dirty="0"/>
              <a:t> je oddelená do samostatných </a:t>
            </a:r>
            <a:r>
              <a:rPr lang="sk-SK" sz="2400" dirty="0" err="1"/>
              <a:t>Blueprint</a:t>
            </a:r>
            <a:r>
              <a:rPr lang="sk-SK" sz="2400" dirty="0"/>
              <a:t> </a:t>
            </a:r>
            <a:r>
              <a:rPr lang="sk-SK" sz="2400" dirty="0" err="1"/>
              <a:t>Componentov</a:t>
            </a:r>
            <a:endParaRPr lang="sk-SK" sz="2400" dirty="0"/>
          </a:p>
          <a:p>
            <a:r>
              <a:rPr lang="sk-SK" sz="2400" dirty="0"/>
              <a:t>predmety sú organizované hierarchicky cez triedy </a:t>
            </a:r>
            <a:r>
              <a:rPr lang="sk-SK" sz="2400" dirty="0" err="1"/>
              <a:t>PickableItem</a:t>
            </a:r>
            <a:r>
              <a:rPr lang="sk-SK" sz="2400" dirty="0"/>
              <a:t> a </a:t>
            </a:r>
            <a:r>
              <a:rPr lang="sk-SK" sz="2400" dirty="0" err="1"/>
              <a:t>GrabbableItem</a:t>
            </a:r>
            <a:endParaRPr lang="sk-SK" sz="2400" dirty="0"/>
          </a:p>
          <a:p>
            <a:r>
              <a:rPr lang="sk-SK" sz="2400" dirty="0"/>
              <a:t>zvieratá dedia od triedy </a:t>
            </a:r>
            <a:r>
              <a:rPr lang="sk-SK" sz="2400" dirty="0" err="1"/>
              <a:t>AnimalBase</a:t>
            </a:r>
            <a:r>
              <a:rPr lang="sk-SK" sz="2400" dirty="0"/>
              <a:t>, pričom sa delia na pasívne a agresívne</a:t>
            </a:r>
          </a:p>
          <a:p>
            <a:r>
              <a:rPr lang="sk-SK" sz="2400" dirty="0"/>
              <a:t>AI správanie je riadené spoločným AI </a:t>
            </a:r>
            <a:r>
              <a:rPr lang="sk-SK" sz="2400" dirty="0" err="1"/>
              <a:t>Controllerom</a:t>
            </a:r>
            <a:r>
              <a:rPr lang="sk-SK" sz="2400" dirty="0"/>
              <a:t> a samostatnými </a:t>
            </a:r>
            <a:r>
              <a:rPr lang="sk-SK" sz="2400" dirty="0" err="1"/>
              <a:t>Behavior</a:t>
            </a:r>
            <a:r>
              <a:rPr lang="sk-SK" sz="2400" dirty="0"/>
              <a:t> </a:t>
            </a:r>
            <a:r>
              <a:rPr lang="sk-SK" sz="2400" dirty="0" err="1"/>
              <a:t>Trees</a:t>
            </a:r>
            <a:r>
              <a:rPr lang="sk-SK" sz="2400" dirty="0"/>
              <a:t> pre jednotlivé typy zvierat</a:t>
            </a:r>
          </a:p>
        </p:txBody>
      </p:sp>
    </p:spTree>
    <p:extLst>
      <p:ext uri="{BB962C8B-B14F-4D97-AF65-F5344CB8AC3E}">
        <p14:creationId xmlns:p14="http://schemas.microsoft.com/office/powerpoint/2010/main" val="3633836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FFB1D0EC-5709-74F3-E662-9A4C2E69A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501" y="1121776"/>
            <a:ext cx="4954998" cy="461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2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E0BE4A7C-71CF-9C2C-FF84-A9604C613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787" y="302130"/>
            <a:ext cx="8744425" cy="3455954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1FC28A96-9AF1-8369-A541-D6A364BB8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416" y="4453428"/>
            <a:ext cx="3449625" cy="196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50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F02AC12C-916D-828B-6F8F-DC7D53B3C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080" y="2123767"/>
            <a:ext cx="3638980" cy="207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3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0A39AAFA-0647-093B-724F-B52323898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717" y="1047400"/>
            <a:ext cx="5042566" cy="476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9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747FB8-4D2A-C9E1-87AE-0A71E7AD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8535"/>
          </a:xfrm>
        </p:spPr>
        <p:txBody>
          <a:bodyPr/>
          <a:lstStyle/>
          <a:p>
            <a:r>
              <a:rPr lang="sk-SK" dirty="0"/>
              <a:t>Aktuálny stav práce 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12833AF-3832-D457-BF37-EBB4A3BD4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4335"/>
            <a:ext cx="9601200" cy="4363065"/>
          </a:xfrm>
        </p:spPr>
        <p:txBody>
          <a:bodyPr/>
          <a:lstStyle/>
          <a:p>
            <a:r>
              <a:rPr lang="sk-SK" sz="2400" dirty="0"/>
              <a:t>Hotové: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Postava hráča a jeho atribúty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Inventár – GUI + logika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Výroba predmetov – postupné odomykanie receptov, GUI + logika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Interaktívne objekty – ohnisko, posteľ, zberač vody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1 pasívne zviera, 1 agresívne zviera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15+ rôznych predmetov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Zdroje surovín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Denno-nočný cyklus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2931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30E910-C4D2-D954-5C6A-1E255E2E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710"/>
          </a:xfrm>
        </p:spPr>
        <p:txBody>
          <a:bodyPr/>
          <a:lstStyle/>
          <a:p>
            <a:r>
              <a:rPr lang="sk-SK" dirty="0"/>
              <a:t>Aktuálny stav práce 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85AF137-732B-BE03-3989-531932E04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510"/>
            <a:ext cx="9601200" cy="4431890"/>
          </a:xfrm>
        </p:spPr>
        <p:txBody>
          <a:bodyPr>
            <a:normAutofit/>
          </a:bodyPr>
          <a:lstStyle/>
          <a:p>
            <a:r>
              <a:rPr lang="sk-SK" sz="2400" dirty="0"/>
              <a:t>Rozpracované: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Rozmiestňovanie objektov do hernej mapy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Pridávanie receptov pre výrobu predmetov do databázy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 sz="2400" dirty="0"/>
          </a:p>
          <a:p>
            <a:r>
              <a:rPr lang="sk-SK" sz="2400" dirty="0"/>
              <a:t>TODO: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Pridať zvuky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 err="1"/>
              <a:t>Main</a:t>
            </a:r>
            <a:r>
              <a:rPr lang="sk-SK" sz="2400" dirty="0"/>
              <a:t> Menu, </a:t>
            </a:r>
            <a:r>
              <a:rPr lang="sk-SK" sz="2400" dirty="0" err="1"/>
              <a:t>Save</a:t>
            </a:r>
            <a:r>
              <a:rPr lang="en-US" sz="2400" dirty="0"/>
              <a:t>/load </a:t>
            </a:r>
            <a:r>
              <a:rPr lang="sk-SK" sz="2400" dirty="0"/>
              <a:t>systém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400" dirty="0"/>
              <a:t>Domyslieť a implementovať koniec hry</a:t>
            </a:r>
          </a:p>
        </p:txBody>
      </p:sp>
    </p:spTree>
    <p:extLst>
      <p:ext uri="{BB962C8B-B14F-4D97-AF65-F5344CB8AC3E}">
        <p14:creationId xmlns:p14="http://schemas.microsoft.com/office/powerpoint/2010/main" val="422307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C06DF2-42AD-B376-1D6B-D2241F59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25510"/>
            <a:ext cx="9601200" cy="779206"/>
          </a:xfrm>
        </p:spPr>
        <p:txBody>
          <a:bodyPr>
            <a:normAutofit/>
          </a:bodyPr>
          <a:lstStyle/>
          <a:p>
            <a:pPr algn="ctr"/>
            <a:r>
              <a:rPr lang="sk-SK" sz="2800" dirty="0"/>
              <a:t>Inventár GUI</a:t>
            </a:r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2103CBC6-EEDC-BCE1-BB1D-010CA399B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09" y="1195754"/>
            <a:ext cx="9526182" cy="529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46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7ECC15-3C6E-BF74-61D8-453C479C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k-SK" sz="2800" dirty="0"/>
              <a:t>Funkcia </a:t>
            </a:r>
            <a:r>
              <a:rPr lang="sk-SK" sz="2800" dirty="0" err="1"/>
              <a:t>ContainsItem</a:t>
            </a:r>
            <a:r>
              <a:rPr lang="sk-SK" sz="2800" dirty="0"/>
              <a:t>(</a:t>
            </a:r>
            <a:r>
              <a:rPr lang="sk-SK" sz="2800" dirty="0" err="1"/>
              <a:t>Struct</a:t>
            </a:r>
            <a:r>
              <a:rPr lang="sk-SK" sz="2800" dirty="0"/>
              <a:t> </a:t>
            </a:r>
            <a:r>
              <a:rPr lang="sk-SK" sz="2800" dirty="0" err="1"/>
              <a:t>newItem</a:t>
            </a:r>
            <a:r>
              <a:rPr lang="sk-SK" sz="2800" dirty="0"/>
              <a:t>) v </a:t>
            </a:r>
            <a:r>
              <a:rPr lang="sk-SK" sz="2800" dirty="0" err="1"/>
              <a:t>Inventory</a:t>
            </a:r>
            <a:r>
              <a:rPr lang="sk-SK" sz="2800" dirty="0"/>
              <a:t> </a:t>
            </a:r>
            <a:r>
              <a:rPr lang="sk-SK" sz="2800" dirty="0" err="1"/>
              <a:t>Component</a:t>
            </a:r>
            <a:endParaRPr lang="sk-SK" sz="2800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2BB141C9-97F3-1FF4-2BE8-592EC63AB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89" y="1428750"/>
            <a:ext cx="10446822" cy="470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91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2AC49C-0C89-C91D-5023-091AAAC30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46355"/>
          </a:xfrm>
        </p:spPr>
        <p:txBody>
          <a:bodyPr>
            <a:normAutofit fontScale="90000"/>
          </a:bodyPr>
          <a:lstStyle/>
          <a:p>
            <a:pPr algn="ctr"/>
            <a:r>
              <a:rPr lang="sk-SK" sz="3100" dirty="0"/>
              <a:t>Interaktívny predmet – </a:t>
            </a:r>
            <a:r>
              <a:rPr lang="sk-SK" sz="3100" dirty="0" err="1"/>
              <a:t>Campfire</a:t>
            </a:r>
            <a:br>
              <a:rPr lang="sk-SK" dirty="0"/>
            </a:br>
            <a:endParaRPr lang="sk-SK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6944DA8B-2D7B-D044-F465-3E728ACBE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380" y="1306287"/>
            <a:ext cx="9385639" cy="512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1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DA2021-3757-74A8-4645-AACD26D2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k-SK" sz="2800" dirty="0"/>
              <a:t>Databáza receptov pre výrobu predmetov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4CBA1C16-3404-97A8-2BCF-73C468FAD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112" y="1254938"/>
            <a:ext cx="8391776" cy="5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43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8E9A39-8C8A-EAC4-1E48-4F995821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k-SK" sz="2800" dirty="0"/>
              <a:t>Strom spávania pre agresívne zviera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95A4159B-FC4B-6B5D-1DA9-4B299C259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60" y="1282294"/>
            <a:ext cx="11404879" cy="443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820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1250CC-565E-3196-D5D1-6D0FF49A4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8032"/>
          </a:xfrm>
        </p:spPr>
        <p:txBody>
          <a:bodyPr/>
          <a:lstStyle/>
          <a:p>
            <a:r>
              <a:rPr lang="sk-SK" dirty="0"/>
              <a:t>Plán ďalšieho postupu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2E1B390-B8B7-C7F0-D212-3AE50485D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33832"/>
            <a:ext cx="9601200" cy="4333568"/>
          </a:xfrm>
        </p:spPr>
        <p:txBody>
          <a:bodyPr/>
          <a:lstStyle/>
          <a:p>
            <a:r>
              <a:rPr lang="sk-SK" sz="2400" dirty="0"/>
              <a:t>do konca marca: dokončenie implementácie hry</a:t>
            </a:r>
          </a:p>
          <a:p>
            <a:r>
              <a:rPr lang="sk-SK" sz="2400" dirty="0"/>
              <a:t>apríl: testovanie hry a odstraňovanie chýb, vypracovanie hlavnej časti bakalárskej práce</a:t>
            </a:r>
          </a:p>
          <a:p>
            <a:r>
              <a:rPr lang="sk-SK" sz="2400" dirty="0"/>
              <a:t>máj: dokončovanie a finálna úprava textu bakalárskej práce, odovzdávanie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89415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718AF8-29F6-B168-8FCE-92E7084E1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379887"/>
            <a:ext cx="8361229" cy="2098226"/>
          </a:xfrm>
        </p:spPr>
        <p:txBody>
          <a:bodyPr/>
          <a:lstStyle/>
          <a:p>
            <a:r>
              <a:rPr lang="sk-SK" dirty="0"/>
              <a:t>Ďakujem za pozornosť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DE5FC52-6527-613B-CF5B-05230E663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145" y="5781368"/>
            <a:ext cx="6831673" cy="480348"/>
          </a:xfrm>
        </p:spPr>
        <p:txBody>
          <a:bodyPr/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83515889"/>
      </p:ext>
    </p:extLst>
  </p:cSld>
  <p:clrMapOvr>
    <a:masterClrMapping/>
  </p:clrMapOvr>
</p:sld>
</file>

<file path=ppt/theme/theme1.xml><?xml version="1.0" encoding="utf-8"?>
<a:theme xmlns:a="http://schemas.openxmlformats.org/drawingml/2006/main" name="Orezanie">
  <a:themeElements>
    <a:clrScheme name="Orezani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rezani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ezani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Orezanie</Template>
  <TotalTime>163</TotalTime>
  <Words>345</Words>
  <Application>Microsoft Office PowerPoint</Application>
  <PresentationFormat>Širokouhlá</PresentationFormat>
  <Paragraphs>52</Paragraphs>
  <Slides>17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17</vt:i4>
      </vt:variant>
    </vt:vector>
  </HeadingPairs>
  <TitlesOfParts>
    <vt:vector size="20" baseType="lpstr">
      <vt:lpstr>Arial</vt:lpstr>
      <vt:lpstr>Franklin Gothic Book</vt:lpstr>
      <vt:lpstr>Orezanie</vt:lpstr>
      <vt:lpstr>Počítačová dobrodružná hra o prežitie</vt:lpstr>
      <vt:lpstr>Cieľ práce</vt:lpstr>
      <vt:lpstr>Prehľad riešenia</vt:lpstr>
      <vt:lpstr>Návrh riešenia</vt:lpstr>
      <vt:lpstr>Prezentácia programu PowerPoint</vt:lpstr>
      <vt:lpstr>Prezentácia programu PowerPoint</vt:lpstr>
      <vt:lpstr>Prezentácia programu PowerPoint</vt:lpstr>
      <vt:lpstr>Prezentácia programu PowerPoint</vt:lpstr>
      <vt:lpstr>Aktuálny stav práce </vt:lpstr>
      <vt:lpstr>Aktuálny stav práce </vt:lpstr>
      <vt:lpstr>Inventár GUI</vt:lpstr>
      <vt:lpstr>Funkcia ContainsItem(Struct newItem) v Inventory Component</vt:lpstr>
      <vt:lpstr>Interaktívny predmet – Campfire </vt:lpstr>
      <vt:lpstr>Databáza receptov pre výrobu predmetov</vt:lpstr>
      <vt:lpstr>Strom spávania pre agresívne zviera</vt:lpstr>
      <vt:lpstr>Plán ďalšieho postupu</vt:lpstr>
      <vt:lpstr>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Matušková Nina Leoni</dc:creator>
  <cp:lastModifiedBy>Matušková Nina Leoni</cp:lastModifiedBy>
  <cp:revision>3</cp:revision>
  <dcterms:created xsi:type="dcterms:W3CDTF">2026-03-22T17:22:33Z</dcterms:created>
  <dcterms:modified xsi:type="dcterms:W3CDTF">2026-03-23T15:32:32Z</dcterms:modified>
</cp:coreProperties>
</file>